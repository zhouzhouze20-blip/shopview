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22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F6E4"/>
                </a:solidFill>
              </a:rPr>
              <a:t>ShopView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百货柜位管理系统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226771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CBD5E1"/>
                </a:solidFill>
              </a:rPr>
              <a:t>项目进度、上线要求与收益地图建设路径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5989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汇报对象：公司领导 / 老板经营决策视角</a:t>
            </a:r>
            <a:endParaRPr lang="en-US" sz="1000" dirty="0"/>
          </a:p>
        </p:txBody>
      </p:sp>
      <p:pic>
        <p:nvPicPr>
          <p:cNvPr id="8" name="Image 0" descr="/Users/zhou/Projects/ShopView/reports/leader-images/03-revenue-map-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566928"/>
            <a:ext cx="72694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核心结论：收益地图是老板视角的最终成果，但上线必须先固化数据底座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106984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建议采用“基础模块先试运行，收益地图后正式上线，招商规划再延伸”的节奏。这样既能尽快让业务部门用起来，也能保证后续给老板看的收益地图有销售、合同、结算和柜位关系作为依据。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2084832"/>
            <a:ext cx="340156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84832"/>
            <a:ext cx="73152" cy="2240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不是先做一张图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587752"/>
            <a:ext cx="3054096" cy="1618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如果销售、合同、柜位绑定还未校验，收益地图容易变成展示图，后续数据解释压力会很大。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07408" y="2084832"/>
            <a:ext cx="340156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2084832"/>
            <a:ext cx="73152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先让基础数据跑起来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26864" y="2587752"/>
            <a:ext cx="3054096" cy="1618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销售、活动分析、合同模块先上线，让业务和财务在真实使用中发现口径和数据问题。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01584" y="2084832"/>
            <a:ext cx="3401568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2084832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再形成老板看板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21040" y="2587752"/>
            <a:ext cx="3054096" cy="1618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基础数据稳定后，收益地图可以支撑低效铺位、招商调整、业态规划和收益提升测算。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170432" y="4983480"/>
            <a:ext cx="9857232" cy="566928"/>
          </a:xfrm>
          <a:prstGeom prst="roundRect">
            <a:avLst>
              <a:gd name="adj" fmla="val 48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5111496"/>
            <a:ext cx="9235440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汇报口径：先上线可用模块，边使用边修正；收益地图作为第二阶段成果，最终服务老板经营决策。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为什么要做：替代每月“CAD制图 + 财务汇总表”的重复人工链条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0972800" cy="18288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251460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85623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56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36192" y="1856232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业务部门手工画图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536192" y="2221992"/>
            <a:ext cx="16459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每月在 CAD 上维护柜位、品牌、业态和位置变化。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66160" y="1691640"/>
            <a:ext cx="251460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185623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956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79392" y="1856232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财务手工汇总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279392" y="2221992"/>
            <a:ext cx="16459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销售、合同、租金、联营、费用等多张表分散汇总。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51460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856232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956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22592" y="1856232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人工匹配图表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022592" y="2221992"/>
            <a:ext cx="16459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把汇总表和柜位图人工对应，容易受人员经验影响。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51460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17152" y="1856232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1956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65792" y="1856232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形成静态汇报图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765792" y="2221992"/>
            <a:ext cx="16459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老板能看到结果，但很难继续下钻合同、销售和收益来源。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14400" y="4005072"/>
            <a:ext cx="10378440" cy="1325880"/>
          </a:xfrm>
          <a:prstGeom prst="roundRect">
            <a:avLst>
              <a:gd name="adj" fmla="val 275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31720" y="4160520"/>
            <a:ext cx="8549640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6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每月重复劳动，图纸和数据都要重新加工</a:t>
            </a:r>
            <a:endParaRPr lang="en-US" sz="1260" dirty="0"/>
          </a:p>
          <a:p>
            <a:r>
              <a:rPr lang="en-US" sz="126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图纸、合同、销售、收益口径容易不一致</a:t>
            </a:r>
            <a:endParaRPr lang="en-US" sz="1260" dirty="0"/>
          </a:p>
          <a:p>
            <a:r>
              <a:rPr lang="en-US" sz="126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静态图无法解释明细，也难以支持招商规划测算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老板真正需要的不是系统页面，而是可解释、可追溯、可推演的经营决策图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3657600" cy="4389120"/>
          </a:xfrm>
          <a:prstGeom prst="roundRect">
            <a:avLst>
              <a:gd name="adj" fmla="val 1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老板视角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29260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哪些铺位赚钱，哪些铺位低效？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低效铺位为什么低效？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调整品牌或业态能提升多少？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招商优先级应该怎么排？</a:t>
            </a:r>
            <a:endParaRPr lang="en-US" sz="1400" dirty="0"/>
          </a:p>
          <a:p>
            <a:r>
              <a:rPr lang="en-US" sz="1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规划调整有没有数据依据？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999232"/>
            <a:ext cx="713232" cy="5303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1325880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1325880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43016" y="1472184"/>
            <a:ext cx="230428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看现状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43016" y="1828800"/>
            <a:ext cx="230428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收益地图自动染色，识别低效、空置、重点铺位。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641080" y="1325880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41080" y="1325880"/>
            <a:ext cx="73152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0536" y="1472184"/>
            <a:ext cx="230428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看原因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860536" y="1828800"/>
            <a:ext cx="230428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点击铺位钻取销售、合同、结算、活动明细。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623560" y="2816352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2816352"/>
            <a:ext cx="7315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2962656"/>
            <a:ext cx="230428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843016" y="3319272"/>
            <a:ext cx="230428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按业态、品牌、楼层、坪效对比经营表现。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641080" y="2816352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41080" y="2816352"/>
            <a:ext cx="73152" cy="1170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0536" y="2962656"/>
            <a:ext cx="230428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推方案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860536" y="3319272"/>
            <a:ext cx="230428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支撑招商调整、铺位替换和收益提升测算。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623560" y="4645152"/>
            <a:ext cx="5669280" cy="749808"/>
          </a:xfrm>
          <a:prstGeom prst="roundRect">
            <a:avLst>
              <a:gd name="adj" fmla="val 487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4882896"/>
            <a:ext cx="51663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建设重点：先保证数据可信，再把收益地图升级为老板经营决策入口。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当前建设进度：系统已形成从空间、台账到分析的基础框架</a:t>
            </a:r>
            <a:endParaRPr lang="en-US" sz="2400" dirty="0"/>
          </a:p>
        </p:txBody>
      </p:sp>
      <p:pic>
        <p:nvPicPr>
          <p:cNvPr id="5" name="Image 0" descr="/Users/zhou/Projects/ShopView/reports/leader-images/01-function-overview-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68680"/>
            <a:ext cx="5989320" cy="5440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已具备基础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56832" y="1719072"/>
            <a:ext cx="438912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楼层、底图、柜位图版本、经营单元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合同台账、合同详情、合同柜位绑定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销售看板、商品明细、小票明细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活动分析、凭证匹配、会员活动分析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用户角色、数据范围、企微规则、审计日志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6583680" y="4206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需继续验证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56832" y="4663440"/>
            <a:ext cx="43891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真实销售数据完整性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合同与柜位绑定准确性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活动和凭证匹配口径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收益指标与结算来源</a:t>
            </a:r>
            <a:endParaRPr lang="en-US" sz="1240" dirty="0"/>
          </a:p>
          <a:p>
            <a:r>
              <a:rPr lang="en-US" sz="12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权限范围是否符合管理边界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建议上线路径：先试运行基础模块，再上线收益地图，最后延伸招商规划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63663" y="1242177"/>
            <a:ext cx="482803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28255" y="1406769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8255" y="1507353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76895" y="1406769"/>
            <a:ext cx="395935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基础模块试运行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076895" y="1772529"/>
            <a:ext cx="395935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销售看板、商品明细、活动分析、凭证匹配、合同台账、合同柜位绑定先上线。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363663" y="2366889"/>
            <a:ext cx="482803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28255" y="2531481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28255" y="2632065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76895" y="2531481"/>
            <a:ext cx="395935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数据口径修正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8076895" y="2897241"/>
            <a:ext cx="395935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让业务、财务在真实使用中发现销售、合同、柜位、权限问题，及时处理。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363663" y="3491601"/>
            <a:ext cx="482803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28255" y="3656193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28255" y="3756777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76895" y="3656193"/>
            <a:ext cx="395935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收益地图上线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8076895" y="4021953"/>
            <a:ext cx="395935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铺位收益汇总、地图自动染色、点击钻取明细，逐步替代手工图表。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363663" y="4616313"/>
            <a:ext cx="482803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28255" y="4780905"/>
            <a:ext cx="438912" cy="43891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28255" y="4881489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076895" y="4780905"/>
            <a:ext cx="395935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招商规划延伸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8076895" y="5146665"/>
            <a:ext cx="395935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做低效铺位治理、业态调整、品牌替换和收益提升测算。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06</a:t>
            </a:r>
            <a:endParaRPr lang="en-US" sz="75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186DA10-8238-AF9C-8987-EAB397B9C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" y="1410933"/>
            <a:ext cx="6941451" cy="3902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第一阶段上线范围：让业务和财务先用起来，用真实使用校验数据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389888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89888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销售模块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05256" y="1892808"/>
            <a:ext cx="2139696" cy="1435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销售看板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商品销售明细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小票与付款明细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538728" y="1389888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389888"/>
            <a:ext cx="73152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活动分析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758184" y="1892808"/>
            <a:ext cx="2139696" cy="1435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通用活动分析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凭证匹配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会员活动分析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91656" y="1389888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1656" y="1389888"/>
            <a:ext cx="73152" cy="2057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合同模块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1112" y="1892808"/>
            <a:ext cx="2139696" cy="1435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合同台账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合同详情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合同柜位绑定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244584" y="1389888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44584" y="1389888"/>
            <a:ext cx="73152" cy="2057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基础支撑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64040" y="1892808"/>
            <a:ext cx="2139696" cy="1435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供应商/柜位定义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用户权限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登录与操作日志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60120" y="4041648"/>
            <a:ext cx="10287000" cy="1078992"/>
          </a:xfrm>
          <a:prstGeom prst="roundRect">
            <a:avLst>
              <a:gd name="adj" fmla="val 339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315968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第一阶段目标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2852928" y="4233672"/>
            <a:ext cx="797356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不是一次性把收益地图做满，而是先把销售、合同、活动、权限这些基础数据跑顺；使用中发现问题，及时修正，为后续收益地图提供可信数据。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收益地图上线前置条件：数据可信，图才可信</a:t>
            </a:r>
            <a:endParaRPr lang="en-US" sz="2400" dirty="0"/>
          </a:p>
        </p:txBody>
      </p:sp>
      <p:pic>
        <p:nvPicPr>
          <p:cNvPr id="5" name="Image 0" descr="/Users/zhou/Projects/ShopView/reports/leader-images/03-revenue-map-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0"/>
            <a:ext cx="5870448" cy="5349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234440"/>
            <a:ext cx="4983480" cy="566928"/>
          </a:xfrm>
          <a:prstGeom prst="roundRect">
            <a:avLst>
              <a:gd name="adj" fmla="val 4839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56832" y="1362456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销售口径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7662672" y="1298448"/>
            <a:ext cx="35204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按门店、楼层、柜组、经营单元能查，退货/冲销等规则清楚。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6446520" y="2075688"/>
            <a:ext cx="49834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2203704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合同绑定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7662672" y="2139696"/>
            <a:ext cx="35204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供应商、合同、柜组、柜位关系准确，重复编码有门店/楼层上下文。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6446520" y="2916936"/>
            <a:ext cx="4983480" cy="566928"/>
          </a:xfrm>
          <a:prstGeom prst="roundRect">
            <a:avLst>
              <a:gd name="adj" fmla="val 4839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3044952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结算来源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7662672" y="2980944"/>
            <a:ext cx="35204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联营、租赁、保底、扣点、费用等取数来源和周期明确。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6446520" y="3758184"/>
            <a:ext cx="498348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地图规则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7662672" y="3822192"/>
            <a:ext cx="35204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颜色分段、低效铺位、空置铺位、重点铺位判断标准明确。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446520" y="4599432"/>
            <a:ext cx="4983480" cy="566928"/>
          </a:xfrm>
          <a:prstGeom prst="roundRect">
            <a:avLst>
              <a:gd name="adj" fmla="val 4839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4727448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责任闭环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7662672" y="4663440"/>
            <a:ext cx="35204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业务和财务认可基础数据，异常能定位到数据源或绑定关系。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6446520" y="5504688"/>
            <a:ext cx="4983480" cy="475488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5650992"/>
            <a:ext cx="4480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上线原则：收益地图可以先小范围试点，不建议在基础口径未稳定前全量承诺。</a:t>
            </a:r>
            <a:endParaRPr lang="en-US" sz="114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上线保障：ERP/POS 数据、系统权限和审计日志要同步推进</a:t>
            </a:r>
            <a:endParaRPr lang="en-US" sz="2400" dirty="0"/>
          </a:p>
        </p:txBody>
      </p:sp>
      <p:pic>
        <p:nvPicPr>
          <p:cNvPr id="5" name="Image 0" descr="/Users/zhou/Projects/ShopView/reports/leader-images/04-data-permission-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32688"/>
            <a:ext cx="5715000" cy="5230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82512" y="1234440"/>
            <a:ext cx="23317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82512" y="1234440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380744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数据源稳定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01968" y="1737360"/>
            <a:ext cx="1984248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合同、供应商、POS 销售、结算单同步规则明确。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9006840" y="1234440"/>
            <a:ext cx="23317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006840" y="1234440"/>
            <a:ext cx="73152" cy="11155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26296" y="1380744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权限边界清楚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226296" y="1737360"/>
            <a:ext cx="1984248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按用户、角色、门店、部门、业务范围控制可见数据。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382512" y="2651760"/>
            <a:ext cx="23317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82512" y="2651760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2798064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异常可追溯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601968" y="3154680"/>
            <a:ext cx="1984248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登录日志、操作日志、模块访问记录帮助定位问题。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9006840" y="2651760"/>
            <a:ext cx="23317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006840" y="2651760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26296" y="2798064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使用有反馈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226296" y="3154680"/>
            <a:ext cx="1984248" cy="4937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业务和财务试用后反馈口径、数据和功能问题。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492240" y="4709160"/>
            <a:ext cx="4736592" cy="713232"/>
          </a:xfrm>
          <a:prstGeom prst="roundRect">
            <a:avLst>
              <a:gd name="adj" fmla="val 3846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48272" y="4928616"/>
            <a:ext cx="4251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要求：上线不只看页面能否打开，更要看数据来源、权限范围、异常追踪和业务反馈机制是否准备好。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百货柜位管理系统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需要领导确认的上线决策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1874520" cy="694944"/>
          </a:xfrm>
          <a:prstGeom prst="roundRect">
            <a:avLst>
              <a:gd name="adj" fmla="val 526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先试运行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0F2FE"/>
                </a:solidFill>
              </a:rPr>
              <a:t>销售 / 活动 / 合同基础模块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063240" y="1325880"/>
            <a:ext cx="1874520" cy="694944"/>
          </a:xfrm>
          <a:prstGeom prst="roundRect">
            <a:avLst>
              <a:gd name="adj" fmla="val 526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再上地图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7296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0F2FE"/>
                </a:solidFill>
              </a:rPr>
              <a:t>收益地图依赖数据口径稳定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303520" y="1325880"/>
            <a:ext cx="1874520" cy="694944"/>
          </a:xfrm>
          <a:prstGeom prst="roundRect">
            <a:avLst>
              <a:gd name="adj" fmla="val 526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最终决策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13248" y="1719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0F2FE"/>
                </a:solidFill>
              </a:rPr>
              <a:t>招商规划 / 铺位替换测算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818120" y="1170432"/>
            <a:ext cx="3520440" cy="100584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481328"/>
            <a:ext cx="29077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建议批准：第一阶段上线试运行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914400" y="2761488"/>
            <a:ext cx="10287000" cy="493776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898648"/>
            <a:ext cx="1143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上线范围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59152" y="2852928"/>
            <a:ext cx="85496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销售看板、商品销售明细、活动分析、凭证匹配、合同台账、合同柜位绑定、权限日志。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914400" y="3456432"/>
            <a:ext cx="1028700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593592"/>
            <a:ext cx="1143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试运行对象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59152" y="3547872"/>
            <a:ext cx="85496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业务部门、财务相关人员、管理人员分角色试用，发现问题及时反馈。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914400" y="4151376"/>
            <a:ext cx="10287000" cy="493776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288536"/>
            <a:ext cx="1143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验收重点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59152" y="4242816"/>
            <a:ext cx="85496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数据准确、合同绑定准确、权限范围正确、异常可定位、业务能真实使用。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028700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983480"/>
            <a:ext cx="1143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收益地图节奏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59152" y="4937760"/>
            <a:ext cx="85496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基础数据稳定后再正式上线收益地图，并逐步扩展招商规划和测算能力。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914400" y="5715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汇报结论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47088" y="5650992"/>
            <a:ext cx="9052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第一阶段先让基础模块进入真实使用，沉淀可信数据；收益地图作为第二阶段老板看板上线，最终延伸到招商规划和经营决策。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ShopView 项目汇报  | 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558</Words>
  <Application>Microsoft Macintosh PowerPoint</Application>
  <PresentationFormat>宽屏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百货柜位管理系统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百货柜位管理系统上线汇报</dc:title>
  <dc:subject>项目进度、上线要求与收益地图建设路径</dc:subject>
  <dc:creator>ShopView</dc:creator>
  <cp:lastModifiedBy>颜 晶</cp:lastModifiedBy>
  <cp:revision>2</cp:revision>
  <dcterms:created xsi:type="dcterms:W3CDTF">2026-06-06T02:36:51Z</dcterms:created>
  <dcterms:modified xsi:type="dcterms:W3CDTF">2026-06-06T03:10:29Z</dcterms:modified>
</cp:coreProperties>
</file>